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CHECK: 0:00-1:00. Welcome the class. Tell them the Army has more education benefit programs than most Soldiers realize, and they overlap and stack in useful ways. Today's goal: know what exists, what changed recently, and how to actually use it as a 17E.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CHECK: 1:00-2:00. Quick walkthrough, don't linger.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CHECK: 2:00-4:30. Reference the earlier Professional Development / Career Map brief if you taught it - this is the same ladder. Point out none of this happens automatically; every program covered today requires the Soldier to take the first step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CHECK: 4:30-8:00. Emphasize maintaining GPA (2.0 undergrad / 3.0 graduate after minimum credit thresholds) is required to stay eligible. TA won't cover fees, books, or a second bachelor's degree. Requests must be submitted before the class starts - no exceptions - so plan ahead each term.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CHECK: 8:00-12:00. This is the newest and most likely to catch Soldiers off guard, since a lot of outdated advice is still circulating from before March 2026. Stress the supervisor-approval step especially - requests can now stall if a Soldier doesn't loop in their chain of command early. Recommend checking with the installation Education Center for the very latest guidance since this policy is new.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CHECK: 12:00-16:00. Note that since January 2026, all GI Bill recipients must verify enrollment monthly through VA.gov, text, or phone to keep housing payments flowing - a change several Soldiers may not know about yet. Remind them the transfer option must be initiated while still on active duty - it's permanently gone once they separate.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CHECK: 16:00-19:00. Point out this is probably the most underused benefit in this whole brief. A single afternoon spent passing a CLEP exam can knock out an entire gen-ed course for free, faster than a full semester of TA-funded coursework. Great option for Soldiers who already know a subject well from experience or self-study.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CHECK: 19:00-22:00. Encourage every Soldier to pull up their own JST today if possible - many have never looked at it. Point out schools decide independently how much of the ACE-recommended credit they'll actually accept, so it's worth comparing schools before committing to one, especially if they're close to a degree.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CHECK: 22:00-25:00. This is the slide they should photograph. Walk through the order of operations and explain the logic: don't spend a limited resource (TA hours, GI Bill months) on something a free resource (JST credit, CLEP/DSST) could have covered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CHECK: 25:00-27:30. Ask if anyone has had a TA or CA request denied before, and what the hold said - usually ties back to one of these four mistakes. Normalize going to the Education Center with questions rather than guessing.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CHECK: 27:30-30:00. Recap the four takeaways. Point them to their installation Education Center for one-on-one degree planning help, since policies (especially CA) are actively changing and a counselor will have the most current guidance.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3C3F2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4114800" cy="4114800"/>
          </a:xfrm>
          <a:prstGeom prst="ellipse">
            <a:avLst/>
          </a:prstGeom>
          <a:solidFill>
            <a:srgbClr val="3C3F2C">
              <a:alpha val="60000"/>
            </a:srgbClr>
          </a:solidFill>
          <a:ln/>
        </p:spPr>
      </p:sp>
      <p:pic>
        <p:nvPicPr>
          <p:cNvPr id="4" name="Image 0" descr="icon_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5146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BENEFITS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3291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for 17E Soldiers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30-Minute Briefing  |  U.S. Army Cyber School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C3F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4173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education matters on your 17E career path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0" y="14173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Assistance (TA) — caps, limits, and how it works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24231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Credentialing Assistance (CA) — and a major 2026 policy change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0" y="24231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Post-9/11 GI Bill — tuition, housing, and Yellow Ribbon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34290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credit-by-exam: CLEP and DSST through DANTES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347472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0" y="34290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Joint Services Transcript (JST) — turning service into credit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time: about 30 minutes, including questions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BENEFITS FOR 17Es  | 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C3F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ON YOUR 17E CAREER PATH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17E Career Map already expects steady civilian education progress alongside your military training — it's not optional if you want to stay competitive for promotion and future assignments.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1371600"/>
        </p:xfrm>
        <a:graphic>
          <a:graphicData uri="http://schemas.openxmlformats.org/drawingml/2006/table">
            <a:tbl>
              <a:tblPr/>
              <a:tblGrid>
                <a:gridCol w="2103120"/>
                <a:gridCol w="1792224"/>
                <a:gridCol w="1792224"/>
                <a:gridCol w="1792224"/>
                <a:gridCol w="1792224"/>
                <a:gridCol w="1792224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Level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F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Civilian Education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Associate's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 Bachelor's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Bachelor's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 Master's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Master's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7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programs in this brief are exactly how Soldiers actually fund and accelerate that ladder — from your first Associate's degree to a completed Master's.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BENEFITS FOR 17Es  | 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C3F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TUITION ASSISTANCE (TA)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pays your tuition directly while you're still serving — no repayment required if you complete the course successfully. It's usually the first benefit Soldiers should use, since it doesn't touch your GI Bill months.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651760" cy="3840480"/>
          </a:xfrm>
          <a:prstGeom prst="roundRect">
            <a:avLst>
              <a:gd name="adj" fmla="val 2759"/>
            </a:avLst>
          </a:prstGeom>
          <a:solidFill>
            <a:srgbClr val="F1EDE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514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C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Per-Credit Cap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$250 per semester hour, covering up to 100% of tuition at that rate.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2240280"/>
            <a:ext cx="2651760" cy="3840480"/>
          </a:xfrm>
          <a:prstGeom prst="roundRect">
            <a:avLst>
              <a:gd name="adj" fmla="val 2759"/>
            </a:avLst>
          </a:prstGeom>
          <a:solidFill>
            <a:srgbClr val="F1EDE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11880" y="2514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C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Cap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611880" y="315468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$4,500 per fiscal year (Oct 1 - Sep 30), up to 18 semester hours.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240280"/>
            <a:ext cx="2651760" cy="3840480"/>
          </a:xfrm>
          <a:prstGeom prst="roundRect">
            <a:avLst>
              <a:gd name="adj" fmla="val 2759"/>
            </a:avLst>
          </a:prstGeom>
          <a:solidFill>
            <a:srgbClr val="F1EDE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2514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C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Limits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92240" y="315468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semester hours toward a Bachelor's; 39 more toward a Master's.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89720" y="2240280"/>
            <a:ext cx="2651760" cy="3840480"/>
          </a:xfrm>
          <a:prstGeom prst="roundRect">
            <a:avLst>
              <a:gd name="adj" fmla="val 2759"/>
            </a:avLst>
          </a:prstGeom>
          <a:solidFill>
            <a:srgbClr val="F1EDE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72600" y="2514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C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Through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372600" y="315468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ArmyIgnitED — set an education goal first, then request funding per course.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BENEFITS FOR 17Es  | 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42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CREDENTIALING ASSISTANCE (CA)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B25A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UPDATE: MAR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funds industry certifications and licenses instead of college courses — useful for credentials tied directly to your EW/technical skill set. A significant policy change took effect March 19, 2026 under AR 621-5.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$2,000 per year, limited to one credential per year (max 3 in 10 years)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March 19, 2026, every TA and CA request now requires supervisor or commander representative approval in ArmyIgnitED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recoupment actions (TA or CA) in the same fiscal year now trigger a 12-month suspension from requesting either benefit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Commissioned Officers are no longer eligible for CA (existing in-progress credential goals are grandfathered)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3C3F2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supervisor's approval lined up early, and don't let a course or exam attempt go to waste — repeated failures now cost you a full year of eligibility.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BENEFITS FOR 17Es  |  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C3F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POST-9/11 GI BILL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TA, the GI Bill is usually best saved for after your service — or used to "Top Up" a Bachelor's/Master's degree TA doesn't fully cover. Full benefits require 36 months of active duty (or a qualifying disability discharge).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64240" cy="374904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F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Covers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F2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Tuition &amp; Fees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of in-state public tuition; private/foreign schools capped (~$27-31K/yr, adjusted annually)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 Ribbon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Participating private/out-of-state schools cover the gap above the GI Bill cap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Housing (MHA)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payment based on the E-5-with-dependents BAH rate for your school's ZIP 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Books &amp; Supplies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$1,000 per academic year, paid proportionally by enrollment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spouse/children with 6+ years of service and a 4-year service commitment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BENEFITS FOR 17Es  |  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2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CREDIT BY EXAM: CLEP &amp; DSST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fastest, cheapest way to knock out general-education requirements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3C3F2C"/>
          </a:solidFill>
          <a:ln/>
        </p:spPr>
      </p:sp>
      <p:pic>
        <p:nvPicPr>
          <p:cNvPr id="5" name="Image 0" descr="icon_certific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945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337560"/>
            <a:ext cx="31089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CLEP and DSST are standardized exams — pass one, and many colleges award you the equivalent course credit, no classroom time required.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97680" y="192024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3C3F2C"/>
          </a:solidFill>
          <a:ln/>
        </p:spPr>
      </p:sp>
      <p:pic>
        <p:nvPicPr>
          <p:cNvPr id="9" name="Image 1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19456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2628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Funded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526280" y="3337560"/>
            <a:ext cx="31089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DANTES funds your first attempt at each exam topic for free — including the study guide. Retakes require a 3-month wait and self-pay.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046720" y="192024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3C3F2C"/>
          </a:solidFill>
          <a:ln/>
        </p:spPr>
      </p:sp>
      <p:pic>
        <p:nvPicPr>
          <p:cNvPr id="13" name="Image 2" descr="icon_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219456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7532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First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275320" y="3337560"/>
            <a:ext cx="31089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your target school's advisor which exams they accept before testing, so the credit actually applies to your degree plan.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BENEFITS FOR 17Es  |  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C3F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JOINT SERVICES TRANSCRIPT (JST)</a:t>
            </a:r>
            <a:endParaRPr lang="en-US" sz="2600" dirty="0"/>
          </a:p>
        </p:txBody>
      </p:sp>
      <p:pic>
        <p:nvPicPr>
          <p:cNvPr id="4" name="Image 0" descr="icon_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32588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JST translates your military training, schools, and job experience into civilian transcript language — with college credit recommendations built in by the American Council on Education (ACE).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40080" y="2514600"/>
            <a:ext cx="10789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into the JST website (jst.doded.mil) to view and order your transcript, official or unofficial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recommendations are based on ACE evaluation of your specific courses and MOS — amounts vary, so check your own JST rather than assuming a fixed number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2,300 colleges and universities recognize JST credit recommendations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your JST directly to any school you're applying to or already attending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BENEFITS FOR 17Es  |  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2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ALL TOGETHER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order of operations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153619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your JST first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71600" y="2121408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credit you already have before spending a dollar or a TA hour on something you've already earned.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086600" y="153619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Knock out gen-eds with CLEP/DSST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086600" y="2121408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fast, and doesn't touch your TA hours or GI Bill months at all.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371600" y="41422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TA for your remaining courses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371600" y="4727448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tuition now, while you're still earning a paycheck, with no service obligation attached.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416052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086600" y="41422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GI Bill for later or for the gap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086600" y="4727448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after separation, or to Top Up a degree TA didn't fully cover — it's worth more used strategically.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BENEFITS FOR 17Es  |  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C3F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 TO AVOID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1EDE3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30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73736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C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setting an education goal in ArmyIgnitED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17320" y="242316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goal means no TA or CA funding request can be approved — this is the very first step, not an afterthought.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155448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1EDE3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9" name="Image 1" descr="icon_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830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173736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C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the JST before enrolling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132320" y="242316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for or TA-funding a course you'd already get credit for through JST wastes both money and your annual hour cap.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1148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1EDE3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icon_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434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29768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C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the new CA approval step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417320" y="498348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March 2026, CA requests need supervisor sign-off — missing this stalls or denies the request.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63640" y="41148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1EDE3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icon_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3434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32320" y="429768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C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monthly GI Bill enrollment verification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132320" y="498348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January 2026, skipping this simple step will stop your housing allowance payment automatically.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BENEFITS FOR 17Es  |  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42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3C3F2C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pic>
        <p:nvPicPr>
          <p:cNvPr id="4" name="Image 0" descr="icon_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554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JST first — it may already cover more than you think</a:t>
            </a:r>
            <a:endParaRPr lang="en-US" sz="1550" dirty="0"/>
          </a:p>
        </p:txBody>
      </p:sp>
      <p:pic>
        <p:nvPicPr>
          <p:cNvPr id="6" name="Image 1" descr="icon_certific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7744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7320" y="2331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CLEP/DSST are free and fast — use them before spending TA hours</a:t>
            </a:r>
            <a:endParaRPr lang="en-US" sz="1550" dirty="0"/>
          </a:p>
        </p:txBody>
      </p:sp>
      <p:pic>
        <p:nvPicPr>
          <p:cNvPr id="8" name="Image 2" descr="icon_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54680"/>
            <a:ext cx="457200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17320" y="3108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covers tuition now; CA now requires supervisor approval (since Mar 2026)</a:t>
            </a:r>
            <a:endParaRPr lang="en-US" sz="1550" dirty="0"/>
          </a:p>
        </p:txBody>
      </p:sp>
      <p:pic>
        <p:nvPicPr>
          <p:cNvPr id="10" name="Image 3" descr="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31920"/>
            <a:ext cx="457200" cy="4572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17320" y="3886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GI Bill for after service, or to Top Up what TA doesn't cover</a:t>
            </a:r>
            <a:endParaRPr lang="en-US" sz="1550" dirty="0"/>
          </a:p>
        </p:txBody>
      </p:sp>
      <p:sp>
        <p:nvSpPr>
          <p:cNvPr id="12" name="Shape 6"/>
          <p:cNvSpPr/>
          <p:nvPr/>
        </p:nvSpPr>
        <p:spPr>
          <a:xfrm>
            <a:off x="548640" y="489204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3C3F2C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13" name="Image 4" descr="icon_ques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166360"/>
            <a:ext cx="502920" cy="5029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508760" y="507492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close —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into ArmyIgnitED and JST this week. What's one course or exam you could knock out before your next PCS?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Education Benefits for 17E Soldiers</dc:title>
  <dc:subject>PptxGenJS Presentation</dc:subject>
  <dc:creator>US Army Cyber School</dc:creator>
  <cp:lastModifiedBy>US Army Cyber School</cp:lastModifiedBy>
  <cp:revision>1</cp:revision>
  <dcterms:created xsi:type="dcterms:W3CDTF">2026-07-08T00:12:47Z</dcterms:created>
  <dcterms:modified xsi:type="dcterms:W3CDTF">2026-07-08T00:12:47Z</dcterms:modified>
</cp:coreProperties>
</file>